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984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38404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6" name="Picture 5" descr="1000086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154794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0058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IILM UNIVERSITY, GREATER NOIDA</a:t>
            </a:r>
          </a:p>
          <a:p>
            <a:pPr>
              <a:defRPr sz="2200" b="1"/>
            </a:pPr>
            <a:r>
              <a:t>Java Programming Internship Projects</a:t>
            </a:r>
          </a:p>
          <a:p>
            <a:pPr>
              <a:defRPr sz="1800" b="0"/>
            </a:pPr>
            <a:r>
              <a:t>Student Name: Alok Kumar Malviya</a:t>
            </a:r>
          </a:p>
          <a:p>
            <a:pPr>
              <a:defRPr sz="1800" b="0"/>
            </a:pPr>
            <a:r>
              <a:t>Enrollment No.: 25SCS1003003611</a:t>
            </a:r>
          </a:p>
          <a:p>
            <a:pPr>
              <a:defRPr sz="1800" b="0"/>
            </a:pPr>
            <a:r>
              <a:t>Program: B.Tech CSE (AI &amp; ML)</a:t>
            </a:r>
          </a:p>
          <a:p>
            <a:pPr>
              <a:defRPr sz="1800" b="0"/>
            </a:pPr>
            <a:r>
              <a:t>Semester: 3rd</a:t>
            </a:r>
          </a:p>
          <a:p>
            <a:pPr>
              <a:defRPr sz="1800" b="0"/>
            </a:pPr>
            <a:r>
              <a:t>Organization: CodeAlpha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Internship Learning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Completed Java programming internship focused on building a strong programming foundation.</a:t>
            </a:r>
          </a:p>
          <a:p>
            <a:r>
              <a:t>Covered Java basics: syntax, data types, operators, conditions, loops, arrays and strings.</a:t>
            </a:r>
          </a:p>
          <a:p>
            <a:r>
              <a:t>Learned classes, objects, methods, constructors and core OOP concepts.</a:t>
            </a:r>
          </a:p>
          <a:p>
            <a:r>
              <a:t>Worked with ArrayList and basic file handling.</a:t>
            </a:r>
          </a:p>
          <a:p>
            <a:r>
              <a:t>Developed problem-solving skills and learned to analyze algorithms using time complexity.</a:t>
            </a:r>
          </a:p>
          <a:p>
            <a:r>
              <a:t>Applied these concepts in practical console-based Java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1 — Student Grade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Basic Java project demonstrating arrays, loops and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Takes the number of students as input.</a:t>
            </a:r>
          </a:p>
          <a:p>
            <a:r>
              <a:t>Stores names in a String[] and marks in an int[].</a:t>
            </a:r>
          </a:p>
          <a:p>
            <a:r>
              <a:t>Uses loops to collect data and calculate total marks.</a:t>
            </a:r>
          </a:p>
          <a:p>
            <a:r>
              <a:t>Finds highest and lowest marks using conditional checks.</a:t>
            </a:r>
          </a:p>
          <a:p>
            <a:r>
              <a:t>Calculates average marks and prints a formatted grade report.</a:t>
            </a:r>
          </a:p>
          <a:p>
            <a:r>
              <a:t>Time complexity: O(n); storage: O(n).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Student Grade Tracker — Sample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937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Enter number of students: </a:t>
            </a:r>
            <a:br/>
            <a:r>
              <a:t>Enter details of Student 1</a:t>
            </a:r>
            <a:br/>
            <a:r>
              <a:t>Enter name: Enter marks: </a:t>
            </a:r>
            <a:br/>
            <a:r>
              <a:t>Enter details of Student 2</a:t>
            </a:r>
            <a:br/>
            <a:r>
              <a:t>Enter name: Enter marks: </a:t>
            </a:r>
            <a:br/>
            <a:r>
              <a:t>Enter details of Student 3</a:t>
            </a:r>
            <a:br/>
            <a:r>
              <a:t>Enter name: Enter marks: </a:t>
            </a:r>
            <a:br/>
            <a:r>
              <a:t>Enter details of Student 4</a:t>
            </a:r>
            <a:br/>
            <a:r>
              <a:t>Enter name: Enter marks: </a:t>
            </a:r>
            <a:br/>
            <a:r>
              <a:t>Enter details of Student 5</a:t>
            </a:r>
            <a:br/>
            <a:r>
              <a:t>Enter name: Enter marks: </a:t>
            </a:r>
            <a:br/>
            <a:r>
              <a:t>========== STUDENT GRADE REPORT ==========</a:t>
            </a:r>
            <a:br/>
            <a:r>
              <a:t>Alok Kumar Malviya : 85</a:t>
            </a:r>
            <a:br/>
            <a:r>
              <a:t>Rahul : 92</a:t>
            </a:r>
            <a:br/>
            <a:r>
              <a:t>Priya : 76</a:t>
            </a:r>
            <a:br/>
            <a:r>
              <a:t>Ananya : 88</a:t>
            </a:r>
            <a:br/>
            <a:r>
              <a:t>Rohan : 95</a:t>
            </a:r>
            <a:br/>
            <a:r>
              <a:t>-------------------------------------------</a:t>
            </a:r>
            <a:br/>
            <a:r>
              <a:t>Average Marks : 87.2</a:t>
            </a:r>
            <a:br/>
            <a:r>
              <a:t>Highest Marks : 95</a:t>
            </a:r>
            <a:br/>
            <a:r>
              <a:t>Lowest Marks  : 76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2 — Stock Trading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OOP-based console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Displays market data for predefined stocks.</a:t>
            </a:r>
          </a:p>
          <a:p>
            <a:r>
              <a:t>Supports buying and selling stocks with balance/quantity validation.</a:t>
            </a:r>
          </a:p>
          <a:p>
            <a:r>
              <a:t>Maintains a portfolio with quantity and average buy price.</a:t>
            </a:r>
          </a:p>
          <a:p>
            <a:r>
              <a:t>Calculates invested value, current value and profit/loss.</a:t>
            </a:r>
          </a:p>
          <a:p>
            <a:r>
              <a:t>Records BUY/SELL transactions with price and date.</a:t>
            </a:r>
          </a:p>
          <a:p>
            <a:r>
              <a:t>Saves portfolio and transaction information to portfolio.txt.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Stock Trading Platform — Class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30632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Stock</a:t>
            </a:r>
          </a:p>
          <a:p>
            <a:r>
              <a:t>symbol, companyName, price</a:t>
            </a:r>
            <a:br/>
            <a:r>
              <a:t>getters/setter +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19072"/>
            <a:ext cx="30632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PortfolioItem</a:t>
            </a:r>
          </a:p>
          <a:p>
            <a:r>
              <a:t>stock, quantity,</a:t>
            </a:r>
            <a:br/>
            <a:r>
              <a:t>averageBuyPrice + P/L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5544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19072"/>
            <a:ext cx="30632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Transaction</a:t>
            </a:r>
          </a:p>
          <a:p>
            <a:r>
              <a:t>type, symbol, quantity,</a:t>
            </a:r>
            <a:br/>
            <a:r>
              <a:t>price,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2"/>
            <a:ext cx="30632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</a:t>
            </a:r>
          </a:p>
          <a:p>
            <a:r>
              <a:t>balance, portfolio,</a:t>
            </a:r>
            <a:br/>
            <a:r>
              <a:t>transactions +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959352"/>
            <a:ext cx="30632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Class</a:t>
            </a:r>
          </a:p>
          <a:p>
            <a:r>
              <a:t>market setup, menu,</a:t>
            </a:r>
            <a:br/>
            <a:r>
              <a:t>input flow, findStock()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OOP Concepts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Classes &amp; Objects — separate models for Stock, PortfolioItem, Transaction and User.</a:t>
            </a:r>
          </a:p>
          <a:p>
            <a:r>
              <a:t>Encapsulation — important fields are private and accessed through methods.</a:t>
            </a:r>
          </a:p>
          <a:p>
            <a:r>
              <a:t>Constructors — initialize stocks, portfolio items, transactions and users.</a:t>
            </a:r>
          </a:p>
          <a:p>
            <a:r>
              <a:t>Methods — behavior is organized into reusable operations such as buyStock(), sellStock() and displayPortfolio().</a:t>
            </a:r>
          </a:p>
          <a:p>
            <a:r>
              <a:t>ArrayList — stores dynamic collections of stocks, portfolio items and transactions.</a:t>
            </a:r>
          </a:p>
          <a:p>
            <a:r>
              <a:t>File I/O — saveData() writes portfolio information to a text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Stock Trading Platform — Sample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074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STOCK TRADING PLATFORM</a:t>
            </a:r>
            <a:br/>
            <a:r>
              <a:t>Welcome, Alok Kumar Malviya</a:t>
            </a:r>
            <a:br/>
            <a:r>
              <a:t>Balance: ₹100000.00</a:t>
            </a:r>
            <a:br/>
            <a:br/>
            <a:r>
              <a:t>MARKET DATA</a:t>
            </a:r>
            <a:br/>
            <a:r>
              <a:t>RELIANCE   Reliance Industries       ₹2850.50</a:t>
            </a:r>
            <a:br/>
            <a:r>
              <a:t>TCS        Tata Consultancy Services ₹3650.25</a:t>
            </a:r>
            <a:br/>
            <a:r>
              <a:t>INFY       Infosys                   ₹1750.75</a:t>
            </a:r>
            <a:br/>
            <a:br/>
            <a:r>
              <a:t>Stock purchased successfully!</a:t>
            </a:r>
            <a:br/>
            <a:r>
              <a:t>Total cost: ₹18251.25</a:t>
            </a:r>
            <a:br/>
            <a:br/>
            <a:r>
              <a:t>YOUR PORTFOLIO</a:t>
            </a:r>
            <a:br/>
            <a:r>
              <a:t>TCS   5 shares   Buy ₹3650.25   Current ₹3650.25   P/L ₹0.00</a:t>
            </a:r>
            <a:br/>
            <a:r>
              <a:t>Total Invested : ₹18251.25</a:t>
            </a:r>
            <a:br/>
            <a:r>
              <a:t>Current Value  : ₹18251.25</a:t>
            </a:r>
            <a:br/>
            <a:r>
              <a:t>Cash Balance   : ₹81748.75</a:t>
            </a:r>
            <a:br/>
            <a:br/>
            <a:r>
              <a:t>Stock sold successfully!</a:t>
            </a:r>
            <a:br/>
            <a:r>
              <a:t>Amount received: ₹7300.50</a:t>
            </a:r>
            <a:br/>
            <a:r>
              <a:t>Portfolio saved successfully!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Time Complexity &amp; Program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Student Grade Tracker: input, calculation and reporting are linear → O(n).</a:t>
            </a:r>
          </a:p>
          <a:p>
            <a:r>
              <a:t>Student Grade Tracker storage: two arrays of size n → O(n).</a:t>
            </a:r>
          </a:p>
          <a:p>
            <a:r>
              <a:t>Stock Trading Platform: portfolio stock lookup is linear in number of holdings → O(p).</a:t>
            </a:r>
          </a:p>
          <a:p>
            <a:r>
              <a:t>Portfolio display is O(p); transaction history is O(t).</a:t>
            </a:r>
          </a:p>
          <a:p>
            <a:r>
              <a:t>Market display is O(m), where m is the number of market stocks.</a:t>
            </a:r>
          </a:p>
          <a:p>
            <a:r>
              <a:t>Saving data is O(p + t), where p = holdings and t =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 &amp; Internship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projects show progression from fundamental Java programming to practical OOP design.</a:t>
            </a:r>
          </a:p>
          <a:p>
            <a:r>
              <a:t>Student Grade Tracker strengthened arrays, loops, conditions and basic algorithm analysis.</a:t>
            </a:r>
          </a:p>
          <a:p>
            <a:r>
              <a:t>Stock Trading Platform applied OOP, ArrayList, validation, file handling and modular design.</a:t>
            </a:r>
          </a:p>
          <a:p>
            <a:r>
              <a:t>The internship helped build confidence in Java fundamentals and time-complexity analysis.</a:t>
            </a:r>
          </a:p>
          <a:p>
            <a:r>
              <a:t>These projects provide a practical foundation for larger Java applications and data-structure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